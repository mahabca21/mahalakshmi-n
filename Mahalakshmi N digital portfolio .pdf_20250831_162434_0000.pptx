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Lato" panose="02000000000000000000" pitchFamily="2" charset="0"/>
      <p:regular r:id="rId15"/>
    </p:embeddedFont>
    <p:embeddedFont>
      <p:font typeface="Noto Kufi Arabic Bold" panose="020B0806030804020204" pitchFamily="34" charset="0"/>
      <p:regular r:id="rId16"/>
    </p:embeddedFont>
    <p:embeddedFont>
      <p:font typeface="Times New Roman" panose="02020603050405020304" pitchFamily="18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font" Target="fonts/font3.fntdata" /><Relationship Id="rId2" Type="http://schemas.openxmlformats.org/officeDocument/2006/relationships/slide" Target="slides/slide1.xml" /><Relationship Id="rId16" Type="http://schemas.openxmlformats.org/officeDocument/2006/relationships/font" Target="fonts/font2.fntdata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font" Target="fonts/font1.fntdata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31.08.2025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7.svg" /><Relationship Id="rId5" Type="http://schemas.openxmlformats.org/officeDocument/2006/relationships/image" Target="../media/image6.svg" /><Relationship Id="rId4" Type="http://schemas.openxmlformats.org/officeDocument/2006/relationships/image" Target="../media/image5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 /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11.svg" /><Relationship Id="rId4" Type="http://schemas.openxmlformats.org/officeDocument/2006/relationships/image" Target="../media/image10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1.svg" /><Relationship Id="rId5" Type="http://schemas.openxmlformats.org/officeDocument/2006/relationships/image" Target="../media/image10.png" /><Relationship Id="rId4" Type="http://schemas.openxmlformats.org/officeDocument/2006/relationships/image" Target="../media/image6.sv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 /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6.svg" /><Relationship Id="rId5" Type="http://schemas.openxmlformats.org/officeDocument/2006/relationships/image" Target="../media/image15.png" /><Relationship Id="rId4" Type="http://schemas.openxmlformats.org/officeDocument/2006/relationships/image" Target="../media/image14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9.svg" /><Relationship Id="rId5" Type="http://schemas.openxmlformats.org/officeDocument/2006/relationships/image" Target="../media/image18.png" /><Relationship Id="rId4" Type="http://schemas.openxmlformats.org/officeDocument/2006/relationships/image" Target="../media/image17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20.svg" /><Relationship Id="rId4" Type="http://schemas.openxmlformats.org/officeDocument/2006/relationships/image" Target="../media/image3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 /><Relationship Id="rId2" Type="http://schemas.openxmlformats.org/officeDocument/2006/relationships/image" Target="../media/image21.pn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24.jpeg" /><Relationship Id="rId4" Type="http://schemas.openxmlformats.org/officeDocument/2006/relationships/image" Target="../media/image23.jpeg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11.svg" /><Relationship Id="rId4" Type="http://schemas.openxmlformats.org/officeDocument/2006/relationships/image" Target="../media/image10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1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7496" y="393754"/>
            <a:ext cx="7056901" cy="2177996"/>
          </a:xfrm>
          <a:custGeom>
            <a:avLst/>
            <a:gdLst/>
            <a:ahLst/>
            <a:cxnLst/>
            <a:rect l="l" t="t" r="r" b="b"/>
            <a:pathLst>
              <a:path w="7056901" h="2177996">
                <a:moveTo>
                  <a:pt x="0" y="0"/>
                </a:moveTo>
                <a:lnTo>
                  <a:pt x="7056901" y="0"/>
                </a:lnTo>
                <a:lnTo>
                  <a:pt x="7056901" y="2177996"/>
                </a:lnTo>
                <a:lnTo>
                  <a:pt x="0" y="2177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77097" y="558165"/>
            <a:ext cx="7897698" cy="407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19"/>
              </a:lnSpc>
            </a:pPr>
            <a:endParaRPr/>
          </a:p>
          <a:p>
            <a:pPr algn="l">
              <a:lnSpc>
                <a:spcPts val="3959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NAME: Mahalakshmi N</a:t>
            </a:r>
          </a:p>
          <a:p>
            <a:pPr algn="l">
              <a:lnSpc>
                <a:spcPts val="3959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REGISTER NO AND NMID: 2422j0219 and asbrubd2422j0219</a:t>
            </a:r>
          </a:p>
          <a:p>
            <a:pPr algn="l">
              <a:lnSpc>
                <a:spcPts val="3959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: Bachelor of Computer Applications COLLEGE :Shree Venkateshwara College of Arts and Science Afﬁliated by Bharathiyar University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4350" y="428625"/>
            <a:ext cx="3942484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4"/>
              </a:lnSpc>
              <a:spcBef>
                <a:spcPct val="0"/>
              </a:spcBef>
            </a:pPr>
            <a:r>
              <a:rPr lang="en-US" sz="432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portfolio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1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065" y="428625"/>
            <a:ext cx="4434935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3"/>
              </a:lnSpc>
            </a:pPr>
            <a:r>
              <a:rPr lang="en-US" sz="431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TITLE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45065" y="2157413"/>
            <a:ext cx="2855147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3"/>
              </a:lnSpc>
            </a:pPr>
            <a:r>
              <a:rPr lang="en-US" sz="431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772638" y="2814637"/>
            <a:ext cx="8938068" cy="742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3"/>
              </a:lnSpc>
            </a:pPr>
            <a:r>
              <a:rPr lang="en-US" sz="431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72000" y="3698364"/>
            <a:ext cx="3276028" cy="742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4"/>
              </a:lnSpc>
              <a:spcBef>
                <a:spcPct val="0"/>
              </a:spcBef>
            </a:pPr>
            <a:r>
              <a:rPr lang="en-US" sz="432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PROTFOLIO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1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7496" y="1567548"/>
            <a:ext cx="3403197" cy="2911202"/>
          </a:xfrm>
          <a:custGeom>
            <a:avLst/>
            <a:gdLst/>
            <a:ahLst/>
            <a:cxnLst/>
            <a:rect l="l" t="t" r="r" b="b"/>
            <a:pathLst>
              <a:path w="3403197" h="2911202">
                <a:moveTo>
                  <a:pt x="0" y="0"/>
                </a:moveTo>
                <a:lnTo>
                  <a:pt x="3403196" y="0"/>
                </a:lnTo>
                <a:lnTo>
                  <a:pt x="3403196" y="2911202"/>
                </a:lnTo>
                <a:lnTo>
                  <a:pt x="0" y="2911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97496" y="393754"/>
            <a:ext cx="7038899" cy="914105"/>
          </a:xfrm>
          <a:custGeom>
            <a:avLst/>
            <a:gdLst/>
            <a:ahLst/>
            <a:cxnLst/>
            <a:rect l="l" t="t" r="r" b="b"/>
            <a:pathLst>
              <a:path w="7038899" h="914105">
                <a:moveTo>
                  <a:pt x="0" y="0"/>
                </a:moveTo>
                <a:lnTo>
                  <a:pt x="7038898" y="0"/>
                </a:lnTo>
                <a:lnTo>
                  <a:pt x="7038898" y="914105"/>
                </a:lnTo>
                <a:lnTo>
                  <a:pt x="0" y="9141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933217" y="1567548"/>
            <a:ext cx="3403197" cy="2911202"/>
          </a:xfrm>
          <a:custGeom>
            <a:avLst/>
            <a:gdLst/>
            <a:ahLst/>
            <a:cxnLst/>
            <a:rect l="l" t="t" r="r" b="b"/>
            <a:pathLst>
              <a:path w="3403197" h="2911202">
                <a:moveTo>
                  <a:pt x="0" y="0"/>
                </a:moveTo>
                <a:lnTo>
                  <a:pt x="3403196" y="0"/>
                </a:lnTo>
                <a:lnTo>
                  <a:pt x="3403196" y="2911202"/>
                </a:lnTo>
                <a:lnTo>
                  <a:pt x="0" y="2911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39883" y="323850"/>
            <a:ext cx="7664235" cy="3769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endParaRPr/>
          </a:p>
          <a:p>
            <a:pPr algn="l">
              <a:lnSpc>
                <a:spcPts val="3998"/>
              </a:lnSpc>
            </a:pPr>
            <a:r>
              <a:rPr lang="en-US" sz="2220" spc="5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1.ProblemStatement </a:t>
            </a:r>
          </a:p>
          <a:p>
            <a:pPr algn="l">
              <a:lnSpc>
                <a:spcPts val="3998"/>
              </a:lnSpc>
            </a:pPr>
            <a:r>
              <a:rPr lang="en-US" sz="2220" spc="5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2.Project Overview</a:t>
            </a:r>
          </a:p>
          <a:p>
            <a:pPr algn="l">
              <a:lnSpc>
                <a:spcPts val="3998"/>
              </a:lnSpc>
            </a:pPr>
            <a:r>
              <a:rPr lang="en-US" sz="2220" spc="5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3.End Users </a:t>
            </a:r>
          </a:p>
          <a:p>
            <a:pPr algn="l">
              <a:lnSpc>
                <a:spcPts val="3998"/>
              </a:lnSpc>
            </a:pPr>
            <a:r>
              <a:rPr lang="en-US" sz="2220" spc="5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4.Tools and Technologies</a:t>
            </a:r>
          </a:p>
          <a:p>
            <a:pPr algn="l">
              <a:lnSpc>
                <a:spcPts val="3998"/>
              </a:lnSpc>
            </a:pPr>
            <a:r>
              <a:rPr lang="en-US" sz="2220" spc="5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5.Portfolio design and </a:t>
            </a:r>
          </a:p>
          <a:p>
            <a:pPr algn="l">
              <a:lnSpc>
                <a:spcPts val="1596"/>
              </a:lnSpc>
            </a:pPr>
            <a:r>
              <a:rPr lang="en-US" sz="222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Layout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8811" y="1451258"/>
            <a:ext cx="3050105" cy="2132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04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6.Feautures and Functionality.</a:t>
            </a:r>
          </a:p>
          <a:p>
            <a:pPr algn="l">
              <a:lnSpc>
                <a:spcPts val="4969"/>
              </a:lnSpc>
            </a:pPr>
            <a:r>
              <a:rPr lang="en-US" sz="2040" spc="16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7.Results and Screenshot .</a:t>
            </a:r>
          </a:p>
          <a:p>
            <a:pPr algn="l">
              <a:lnSpc>
                <a:spcPts val="2570"/>
              </a:lnSpc>
            </a:pPr>
            <a:r>
              <a:rPr lang="en-US" sz="204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8.Conclusion.</a:t>
            </a:r>
          </a:p>
          <a:p>
            <a:pPr algn="l">
              <a:lnSpc>
                <a:spcPts val="5283"/>
              </a:lnSpc>
            </a:pPr>
            <a:r>
              <a:rPr lang="en-US" sz="237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9.Github Link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20236" y="308029"/>
            <a:ext cx="1954519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4"/>
              </a:lnSpc>
              <a:spcBef>
                <a:spcPct val="0"/>
              </a:spcBef>
            </a:pPr>
            <a:r>
              <a:rPr lang="en-US" sz="432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Agenda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1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71621" y="402403"/>
            <a:ext cx="5605796" cy="4099798"/>
          </a:xfrm>
          <a:custGeom>
            <a:avLst/>
            <a:gdLst/>
            <a:ahLst/>
            <a:cxnLst/>
            <a:rect l="l" t="t" r="r" b="b"/>
            <a:pathLst>
              <a:path w="5605796" h="4099798">
                <a:moveTo>
                  <a:pt x="0" y="0"/>
                </a:moveTo>
                <a:lnTo>
                  <a:pt x="5605796" y="0"/>
                </a:lnTo>
                <a:lnTo>
                  <a:pt x="5605796" y="4099798"/>
                </a:lnTo>
                <a:lnTo>
                  <a:pt x="0" y="40997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27773" y="342900"/>
            <a:ext cx="5290737" cy="84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4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</a:t>
            </a:r>
          </a:p>
        </p:txBody>
      </p:sp>
      <p:sp>
        <p:nvSpPr>
          <p:cNvPr id="4" name="Freeform 4"/>
          <p:cNvSpPr/>
          <p:nvPr/>
        </p:nvSpPr>
        <p:spPr>
          <a:xfrm>
            <a:off x="1926541" y="889140"/>
            <a:ext cx="5605796" cy="4099798"/>
          </a:xfrm>
          <a:custGeom>
            <a:avLst/>
            <a:gdLst/>
            <a:ahLst/>
            <a:cxnLst/>
            <a:rect l="l" t="t" r="r" b="b"/>
            <a:pathLst>
              <a:path w="5605796" h="4099798">
                <a:moveTo>
                  <a:pt x="0" y="0"/>
                </a:moveTo>
                <a:lnTo>
                  <a:pt x="5605796" y="0"/>
                </a:lnTo>
                <a:lnTo>
                  <a:pt x="5605796" y="4099798"/>
                </a:lnTo>
                <a:lnTo>
                  <a:pt x="0" y="40997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2287" y="1260037"/>
            <a:ext cx="5605796" cy="4099798"/>
          </a:xfrm>
          <a:custGeom>
            <a:avLst/>
            <a:gdLst/>
            <a:ahLst/>
            <a:cxnLst/>
            <a:rect l="l" t="t" r="r" b="b"/>
            <a:pathLst>
              <a:path w="5605796" h="4099798">
                <a:moveTo>
                  <a:pt x="0" y="0"/>
                </a:moveTo>
                <a:lnTo>
                  <a:pt x="5605796" y="0"/>
                </a:lnTo>
                <a:lnTo>
                  <a:pt x="5605796" y="4099798"/>
                </a:lnTo>
                <a:lnTo>
                  <a:pt x="0" y="40997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69102" y="1062552"/>
            <a:ext cx="5605796" cy="4099798"/>
          </a:xfrm>
          <a:custGeom>
            <a:avLst/>
            <a:gdLst/>
            <a:ahLst/>
            <a:cxnLst/>
            <a:rect l="l" t="t" r="r" b="b"/>
            <a:pathLst>
              <a:path w="5605796" h="4099798">
                <a:moveTo>
                  <a:pt x="0" y="0"/>
                </a:moveTo>
                <a:lnTo>
                  <a:pt x="5605796" y="0"/>
                </a:lnTo>
                <a:lnTo>
                  <a:pt x="5605796" y="4099798"/>
                </a:lnTo>
                <a:lnTo>
                  <a:pt x="0" y="40997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926541" y="1308383"/>
            <a:ext cx="6064465" cy="2672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3"/>
              </a:lnSpc>
            </a:pPr>
            <a:r>
              <a:rPr lang="en-US" sz="274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need a better way to showcase their skills, projects, and achievements. A digital portfolio helps present this information clearly and professionally for internships, jobs, or higher studies.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1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71269" y="546678"/>
            <a:ext cx="7038899" cy="914105"/>
          </a:xfrm>
          <a:custGeom>
            <a:avLst/>
            <a:gdLst/>
            <a:ahLst/>
            <a:cxnLst/>
            <a:rect l="l" t="t" r="r" b="b"/>
            <a:pathLst>
              <a:path w="7038899" h="914105">
                <a:moveTo>
                  <a:pt x="0" y="0"/>
                </a:moveTo>
                <a:lnTo>
                  <a:pt x="7038899" y="0"/>
                </a:lnTo>
                <a:lnTo>
                  <a:pt x="7038899" y="914105"/>
                </a:lnTo>
                <a:lnTo>
                  <a:pt x="0" y="914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97496" y="1567548"/>
            <a:ext cx="7038899" cy="2911202"/>
          </a:xfrm>
          <a:custGeom>
            <a:avLst/>
            <a:gdLst/>
            <a:ahLst/>
            <a:cxnLst/>
            <a:rect l="l" t="t" r="r" b="b"/>
            <a:pathLst>
              <a:path w="7038899" h="2911202">
                <a:moveTo>
                  <a:pt x="0" y="0"/>
                </a:moveTo>
                <a:lnTo>
                  <a:pt x="7038898" y="0"/>
                </a:lnTo>
                <a:lnTo>
                  <a:pt x="7038898" y="2911202"/>
                </a:lnTo>
                <a:lnTo>
                  <a:pt x="0" y="29112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297495" y="1345274"/>
            <a:ext cx="6989042" cy="3133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7"/>
              </a:lnSpc>
            </a:pPr>
            <a:endParaRPr/>
          </a:p>
          <a:p>
            <a:pPr algn="ctr">
              <a:lnSpc>
                <a:spcPts val="4067"/>
              </a:lnSpc>
            </a:pPr>
            <a:r>
              <a:rPr lang="en-US" sz="301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student portfolio is a personal website built using HTML, CSS, and JavaScript to showcase a student's skills, projects, achievements, and contact details in an attractive and professional way.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6461" y="589393"/>
            <a:ext cx="3965539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4"/>
              </a:lnSpc>
              <a:spcBef>
                <a:spcPct val="0"/>
              </a:spcBef>
            </a:pPr>
            <a:r>
              <a:rPr lang="en-US" sz="432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overview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1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7496" y="393754"/>
            <a:ext cx="7038899" cy="914105"/>
          </a:xfrm>
          <a:custGeom>
            <a:avLst/>
            <a:gdLst/>
            <a:ahLst/>
            <a:cxnLst/>
            <a:rect l="l" t="t" r="r" b="b"/>
            <a:pathLst>
              <a:path w="7038899" h="914105">
                <a:moveTo>
                  <a:pt x="0" y="0"/>
                </a:moveTo>
                <a:lnTo>
                  <a:pt x="7038898" y="0"/>
                </a:lnTo>
                <a:lnTo>
                  <a:pt x="7038898" y="914105"/>
                </a:lnTo>
                <a:lnTo>
                  <a:pt x="0" y="91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97496" y="1567548"/>
            <a:ext cx="7038899" cy="2911202"/>
          </a:xfrm>
          <a:custGeom>
            <a:avLst/>
            <a:gdLst/>
            <a:ahLst/>
            <a:cxnLst/>
            <a:rect l="l" t="t" r="r" b="b"/>
            <a:pathLst>
              <a:path w="7038899" h="2911202">
                <a:moveTo>
                  <a:pt x="0" y="0"/>
                </a:moveTo>
                <a:lnTo>
                  <a:pt x="7038898" y="0"/>
                </a:lnTo>
                <a:lnTo>
                  <a:pt x="7038898" y="2911202"/>
                </a:lnTo>
                <a:lnTo>
                  <a:pt x="0" y="29112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14350" y="428625"/>
            <a:ext cx="5382437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4"/>
              </a:lnSpc>
              <a:spcBef>
                <a:spcPct val="0"/>
              </a:spcBef>
            </a:pPr>
            <a:r>
              <a:rPr lang="en-US" sz="432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Who are the end users?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62680" y="2142087"/>
            <a:ext cx="8418639" cy="1714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College faculty – to assess the student’s work and skills.  </a:t>
            </a:r>
          </a:p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Recruiters/employers– to evaluate the student for internships or jobs.  </a:t>
            </a:r>
          </a:p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Peers/classmates– for collaboration and feedback.  </a:t>
            </a:r>
          </a:p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Admissions teams – for higher studies or scholarships.  </a:t>
            </a:r>
          </a:p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student themselves– to track their own progress and achievements.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1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81622" y="1763225"/>
            <a:ext cx="7035536" cy="4813973"/>
          </a:xfrm>
          <a:custGeom>
            <a:avLst/>
            <a:gdLst/>
            <a:ahLst/>
            <a:cxnLst/>
            <a:rect l="l" t="t" r="r" b="b"/>
            <a:pathLst>
              <a:path w="7035536" h="4813973">
                <a:moveTo>
                  <a:pt x="0" y="0"/>
                </a:moveTo>
                <a:lnTo>
                  <a:pt x="7035536" y="0"/>
                </a:lnTo>
                <a:lnTo>
                  <a:pt x="7035536" y="4813973"/>
                </a:lnTo>
                <a:lnTo>
                  <a:pt x="0" y="48139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54519" y="1659103"/>
            <a:ext cx="221256" cy="208245"/>
          </a:xfrm>
          <a:custGeom>
            <a:avLst/>
            <a:gdLst/>
            <a:ahLst/>
            <a:cxnLst/>
            <a:rect l="l" t="t" r="r" b="b"/>
            <a:pathLst>
              <a:path w="221256" h="208245">
                <a:moveTo>
                  <a:pt x="0" y="0"/>
                </a:moveTo>
                <a:lnTo>
                  <a:pt x="221256" y="0"/>
                </a:lnTo>
                <a:lnTo>
                  <a:pt x="221256" y="208245"/>
                </a:lnTo>
                <a:lnTo>
                  <a:pt x="0" y="2082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179628" y="1567548"/>
            <a:ext cx="3403197" cy="3575999"/>
          </a:xfrm>
          <a:custGeom>
            <a:avLst/>
            <a:gdLst/>
            <a:ahLst/>
            <a:cxnLst/>
            <a:rect l="l" t="t" r="r" b="b"/>
            <a:pathLst>
              <a:path w="3403197" h="3575999">
                <a:moveTo>
                  <a:pt x="0" y="0"/>
                </a:moveTo>
                <a:lnTo>
                  <a:pt x="3403197" y="0"/>
                </a:lnTo>
                <a:lnTo>
                  <a:pt x="3403197" y="3576000"/>
                </a:lnTo>
                <a:lnTo>
                  <a:pt x="0" y="3576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354846" y="494071"/>
            <a:ext cx="5189944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And Techniques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414694" y="2064515"/>
            <a:ext cx="5175960" cy="2404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2"/>
              </a:lnSpc>
            </a:pPr>
            <a:endParaRPr/>
          </a:p>
          <a:p>
            <a:pPr algn="ctr">
              <a:lnSpc>
                <a:spcPts val="1902"/>
              </a:lnSpc>
            </a:pPr>
            <a:r>
              <a:rPr lang="en-US" sz="1211" spc="-2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1.HTML – Structure the web pages  </a:t>
            </a:r>
          </a:p>
          <a:p>
            <a:pPr algn="ctr">
              <a:lnSpc>
                <a:spcPts val="1902"/>
              </a:lnSpc>
            </a:pPr>
            <a:r>
              <a:rPr lang="en-US" sz="1211" spc="-2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2.CSS – Style and design  </a:t>
            </a:r>
          </a:p>
          <a:p>
            <a:pPr algn="ctr">
              <a:lnSpc>
                <a:spcPts val="1902"/>
              </a:lnSpc>
            </a:pPr>
            <a:r>
              <a:rPr lang="en-US" sz="1211" spc="-2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3. JavaScript– Add interactivi</a:t>
            </a:r>
          </a:p>
          <a:p>
            <a:pPr algn="ctr">
              <a:lnSpc>
                <a:spcPts val="1902"/>
              </a:lnSpc>
            </a:pPr>
            <a:r>
              <a:rPr lang="en-US" sz="1211" spc="-2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4.VS Code– Code editor  </a:t>
            </a:r>
          </a:p>
          <a:p>
            <a:pPr algn="ctr">
              <a:lnSpc>
                <a:spcPts val="1902"/>
              </a:lnSpc>
            </a:pPr>
            <a:r>
              <a:rPr lang="en-US" sz="1211" spc="-2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5.Git &amp; GitHub – Version control and deployment  </a:t>
            </a:r>
          </a:p>
          <a:p>
            <a:pPr algn="ctr">
              <a:lnSpc>
                <a:spcPts val="1902"/>
              </a:lnSpc>
            </a:pPr>
            <a:r>
              <a:rPr lang="en-US" sz="1211" spc="-2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6.Browser DevTools– Debugging and testing  </a:t>
            </a:r>
          </a:p>
          <a:p>
            <a:pPr algn="ctr">
              <a:lnSpc>
                <a:spcPts val="1902"/>
              </a:lnSpc>
            </a:pPr>
            <a:r>
              <a:rPr lang="en-US" sz="1211" spc="-2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7.Canva / Figma – UI/UX design mockups *(optional)*</a:t>
            </a:r>
          </a:p>
          <a:p>
            <a:pPr algn="ctr">
              <a:lnSpc>
                <a:spcPts val="1902"/>
              </a:lnSpc>
            </a:pPr>
            <a:endParaRPr lang="en-US" sz="1211" spc="-23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1902"/>
              </a:lnSpc>
            </a:pPr>
            <a:r>
              <a:rPr lang="en-US" sz="1211" spc="-2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81622" y="2064515"/>
            <a:ext cx="6497467" cy="1746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1"/>
              </a:lnSpc>
            </a:pPr>
            <a:endParaRPr/>
          </a:p>
          <a:p>
            <a:pPr algn="ctr">
              <a:lnSpc>
                <a:spcPts val="1941"/>
              </a:lnSpc>
            </a:pPr>
            <a:r>
              <a:rPr lang="en-US" sz="125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1.Responsive Design – Make site mobile-friendly  </a:t>
            </a:r>
          </a:p>
          <a:p>
            <a:pPr algn="ctr">
              <a:lnSpc>
                <a:spcPts val="1941"/>
              </a:lnSpc>
            </a:pPr>
            <a:r>
              <a:rPr lang="en-US" sz="125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2.Modular Coding – Organize code clearly  </a:t>
            </a:r>
          </a:p>
          <a:p>
            <a:pPr algn="ctr">
              <a:lnSpc>
                <a:spcPts val="1941"/>
              </a:lnSpc>
            </a:pPr>
            <a:r>
              <a:rPr lang="en-US" sz="125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3.Semantic HTML – Use proper HTML tags  </a:t>
            </a:r>
          </a:p>
          <a:p>
            <a:pPr algn="ctr">
              <a:lnSpc>
                <a:spcPts val="1941"/>
              </a:lnSpc>
            </a:pPr>
            <a:r>
              <a:rPr lang="en-US" sz="125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4.CSS Flexbox/Grid – Layout design  </a:t>
            </a:r>
          </a:p>
          <a:p>
            <a:pPr algn="ctr">
              <a:lnSpc>
                <a:spcPts val="1941"/>
              </a:lnSpc>
            </a:pPr>
            <a:r>
              <a:rPr lang="en-US" sz="125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5.Form Handling– For contact section  </a:t>
            </a:r>
          </a:p>
          <a:p>
            <a:pPr algn="ctr">
              <a:lnSpc>
                <a:spcPts val="1941"/>
              </a:lnSpc>
            </a:pPr>
            <a:r>
              <a:rPr lang="en-US" sz="125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6.Testing &amp; Debugging – Check for errors and fix issues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86318" y="1451105"/>
            <a:ext cx="7418141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             Techniques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1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7496" y="393754"/>
            <a:ext cx="7038899" cy="914105"/>
          </a:xfrm>
          <a:custGeom>
            <a:avLst/>
            <a:gdLst/>
            <a:ahLst/>
            <a:cxnLst/>
            <a:rect l="l" t="t" r="r" b="b"/>
            <a:pathLst>
              <a:path w="7038899" h="914105">
                <a:moveTo>
                  <a:pt x="0" y="0"/>
                </a:moveTo>
                <a:lnTo>
                  <a:pt x="7038898" y="0"/>
                </a:lnTo>
                <a:lnTo>
                  <a:pt x="7038898" y="914105"/>
                </a:lnTo>
                <a:lnTo>
                  <a:pt x="0" y="914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83220" y="494224"/>
            <a:ext cx="569271" cy="535781"/>
          </a:xfrm>
          <a:custGeom>
            <a:avLst/>
            <a:gdLst/>
            <a:ahLst/>
            <a:cxnLst/>
            <a:rect l="l" t="t" r="r" b="b"/>
            <a:pathLst>
              <a:path w="569271" h="535781">
                <a:moveTo>
                  <a:pt x="0" y="0"/>
                </a:moveTo>
                <a:lnTo>
                  <a:pt x="569272" y="0"/>
                </a:lnTo>
                <a:lnTo>
                  <a:pt x="569272" y="535781"/>
                </a:lnTo>
                <a:lnTo>
                  <a:pt x="0" y="5357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97496" y="1567548"/>
            <a:ext cx="3274505" cy="3659696"/>
          </a:xfrm>
          <a:custGeom>
            <a:avLst/>
            <a:gdLst/>
            <a:ahLst/>
            <a:cxnLst/>
            <a:rect l="l" t="t" r="r" b="b"/>
            <a:pathLst>
              <a:path w="3274505" h="3659696">
                <a:moveTo>
                  <a:pt x="0" y="0"/>
                </a:moveTo>
                <a:lnTo>
                  <a:pt x="3274504" y="0"/>
                </a:lnTo>
                <a:lnTo>
                  <a:pt x="3274504" y="3659696"/>
                </a:lnTo>
                <a:lnTo>
                  <a:pt x="0" y="36596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383220" y="615906"/>
            <a:ext cx="580596" cy="307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3600" b="1">
                <a:solidFill>
                  <a:srgbClr val="FFFFFF"/>
                </a:solidFill>
                <a:latin typeface="Noto Kufi Arabic Bold"/>
                <a:ea typeface="Noto Kufi Arabic Bold"/>
                <a:cs typeface="Noto Kufi Arabic Bold"/>
                <a:sym typeface="Noto Kufi Arabic Bold"/>
              </a:rPr>
              <a:t>🎨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20167" y="676275"/>
            <a:ext cx="7313878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Portfolio Design And Layout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285486" y="1386840"/>
            <a:ext cx="9144000" cy="3242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for new design and layout means helping to create fresh, user-friendly, and attractive interfaces that improve user experience and make the portfolio easy to navigate.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1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7496" y="393754"/>
            <a:ext cx="7038899" cy="914105"/>
          </a:xfrm>
          <a:custGeom>
            <a:avLst/>
            <a:gdLst/>
            <a:ahLst/>
            <a:cxnLst/>
            <a:rect l="l" t="t" r="r" b="b"/>
            <a:pathLst>
              <a:path w="7038899" h="914105">
                <a:moveTo>
                  <a:pt x="0" y="0"/>
                </a:moveTo>
                <a:lnTo>
                  <a:pt x="7038898" y="0"/>
                </a:lnTo>
                <a:lnTo>
                  <a:pt x="7038898" y="914105"/>
                </a:lnTo>
                <a:lnTo>
                  <a:pt x="0" y="914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939263" y="1650921"/>
            <a:ext cx="3403197" cy="2911202"/>
          </a:xfrm>
          <a:custGeom>
            <a:avLst/>
            <a:gdLst/>
            <a:ahLst/>
            <a:cxnLst/>
            <a:rect l="l" t="t" r="r" b="b"/>
            <a:pathLst>
              <a:path w="3403197" h="2911202">
                <a:moveTo>
                  <a:pt x="0" y="0"/>
                </a:moveTo>
                <a:lnTo>
                  <a:pt x="3403196" y="0"/>
                </a:lnTo>
                <a:lnTo>
                  <a:pt x="3403196" y="2911202"/>
                </a:lnTo>
                <a:lnTo>
                  <a:pt x="0" y="29112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12878" y="688881"/>
            <a:ext cx="6921963" cy="1041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0"/>
              </a:lnSpc>
            </a:pPr>
            <a:r>
              <a:rPr lang="en-US" sz="388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 And Functionality </a:t>
            </a:r>
          </a:p>
          <a:p>
            <a:pPr algn="l">
              <a:lnSpc>
                <a:spcPts val="2085"/>
              </a:lnSpc>
            </a:pPr>
            <a:endParaRPr lang="en-US" sz="3885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-2422150" y="1173931"/>
            <a:ext cx="12841840" cy="3388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</a:pPr>
            <a:endParaRPr/>
          </a:p>
          <a:p>
            <a:pPr algn="ctr">
              <a:lnSpc>
                <a:spcPts val="3300"/>
              </a:lnSpc>
            </a:pPr>
            <a:r>
              <a:rPr lang="en-US" sz="235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Responsive design (works on all devices) </a:t>
            </a:r>
          </a:p>
          <a:p>
            <a:pPr algn="ctr">
              <a:lnSpc>
                <a:spcPts val="3300"/>
              </a:lnSpc>
            </a:pPr>
            <a:r>
              <a:rPr lang="en-US" sz="235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Navigation menu for easy browsing  </a:t>
            </a:r>
          </a:p>
          <a:p>
            <a:pPr algn="ctr">
              <a:lnSpc>
                <a:spcPts val="3300"/>
              </a:lnSpc>
            </a:pPr>
            <a:r>
              <a:rPr lang="en-US" sz="235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Project gallery with images and descriptions  </a:t>
            </a:r>
          </a:p>
          <a:p>
            <a:pPr algn="ctr">
              <a:lnSpc>
                <a:spcPts val="3300"/>
              </a:lnSpc>
            </a:pPr>
            <a:r>
              <a:rPr lang="en-US" sz="235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Skill list to showcase abilities  </a:t>
            </a:r>
          </a:p>
          <a:p>
            <a:pPr algn="ctr">
              <a:lnSpc>
                <a:spcPts val="3300"/>
              </a:lnSpc>
            </a:pPr>
            <a:r>
              <a:rPr lang="en-US" sz="235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Contact form to send messages  </a:t>
            </a:r>
          </a:p>
          <a:p>
            <a:pPr algn="ctr">
              <a:lnSpc>
                <a:spcPts val="3300"/>
              </a:lnSpc>
            </a:pPr>
            <a:r>
              <a:rPr lang="en-US" sz="235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Smooth scrolling between sections  </a:t>
            </a:r>
          </a:p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235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Basic form validation on contact 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1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30350" y="0"/>
            <a:ext cx="7274880" cy="4641486"/>
          </a:xfrm>
          <a:custGeom>
            <a:avLst/>
            <a:gdLst/>
            <a:ahLst/>
            <a:cxnLst/>
            <a:rect l="l" t="t" r="r" b="b"/>
            <a:pathLst>
              <a:path w="7274880" h="4641486">
                <a:moveTo>
                  <a:pt x="0" y="0"/>
                </a:moveTo>
                <a:lnTo>
                  <a:pt x="7274881" y="0"/>
                </a:lnTo>
                <a:lnTo>
                  <a:pt x="7274881" y="4641486"/>
                </a:lnTo>
                <a:lnTo>
                  <a:pt x="0" y="4641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159689" y="1120912"/>
            <a:ext cx="1783921" cy="3178479"/>
          </a:xfrm>
          <a:custGeom>
            <a:avLst/>
            <a:gdLst/>
            <a:ahLst/>
            <a:cxnLst/>
            <a:rect l="l" t="t" r="r" b="b"/>
            <a:pathLst>
              <a:path w="1783921" h="3178479">
                <a:moveTo>
                  <a:pt x="0" y="0"/>
                </a:moveTo>
                <a:lnTo>
                  <a:pt x="1783921" y="0"/>
                </a:lnTo>
                <a:lnTo>
                  <a:pt x="1783921" y="3178479"/>
                </a:lnTo>
                <a:lnTo>
                  <a:pt x="0" y="31784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000" y="1120912"/>
            <a:ext cx="1907087" cy="3178479"/>
          </a:xfrm>
          <a:custGeom>
            <a:avLst/>
            <a:gdLst/>
            <a:ahLst/>
            <a:cxnLst/>
            <a:rect l="l" t="t" r="r" b="b"/>
            <a:pathLst>
              <a:path w="1907087" h="3178479">
                <a:moveTo>
                  <a:pt x="0" y="0"/>
                </a:moveTo>
                <a:lnTo>
                  <a:pt x="1907087" y="0"/>
                </a:lnTo>
                <a:lnTo>
                  <a:pt x="1907087" y="3178479"/>
                </a:lnTo>
                <a:lnTo>
                  <a:pt x="0" y="31784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687430" y="431302"/>
            <a:ext cx="5769140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Screenshots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1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2480" y="1430020"/>
            <a:ext cx="7199040" cy="1141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 link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https://github.com/mahabca21/Mahalakshmi-N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1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7496" y="393754"/>
            <a:ext cx="7038899" cy="914105"/>
          </a:xfrm>
          <a:custGeom>
            <a:avLst/>
            <a:gdLst/>
            <a:ahLst/>
            <a:cxnLst/>
            <a:rect l="l" t="t" r="r" b="b"/>
            <a:pathLst>
              <a:path w="7038899" h="914105">
                <a:moveTo>
                  <a:pt x="0" y="0"/>
                </a:moveTo>
                <a:lnTo>
                  <a:pt x="7038898" y="0"/>
                </a:lnTo>
                <a:lnTo>
                  <a:pt x="7038898" y="914105"/>
                </a:lnTo>
                <a:lnTo>
                  <a:pt x="0" y="914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97496" y="1567548"/>
            <a:ext cx="7038899" cy="2911202"/>
          </a:xfrm>
          <a:custGeom>
            <a:avLst/>
            <a:gdLst/>
            <a:ahLst/>
            <a:cxnLst/>
            <a:rect l="l" t="t" r="r" b="b"/>
            <a:pathLst>
              <a:path w="7038899" h="2911202">
                <a:moveTo>
                  <a:pt x="0" y="0"/>
                </a:moveTo>
                <a:lnTo>
                  <a:pt x="7038898" y="0"/>
                </a:lnTo>
                <a:lnTo>
                  <a:pt x="7038898" y="2911202"/>
                </a:lnTo>
                <a:lnTo>
                  <a:pt x="0" y="29112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07606" y="1394244"/>
            <a:ext cx="7528789" cy="2269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4"/>
              </a:lnSpc>
            </a:pPr>
            <a:endParaRPr/>
          </a:p>
          <a:p>
            <a:pPr algn="ctr">
              <a:lnSpc>
                <a:spcPts val="2944"/>
              </a:lnSpc>
            </a:pPr>
            <a:endParaRPr/>
          </a:p>
          <a:p>
            <a:pPr algn="ctr">
              <a:lnSpc>
                <a:spcPts val="2944"/>
              </a:lnSpc>
              <a:spcBef>
                <a:spcPct val="0"/>
              </a:spcBef>
            </a:pPr>
            <a:r>
              <a:rPr lang="en-US" sz="210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digital portfolio effectively showcases the student’s skills, projects, and contact information in a clear and attractive way. It helps create a strong online presence and makes it easier for others to learn about the student’s work and abilities.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7606" y="434564"/>
            <a:ext cx="2329025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Mahalakshmi N digital portfolio .pdf</dc:title>
  <cp:lastModifiedBy>Maha N</cp:lastModifiedBy>
  <cp:revision>2</cp:revision>
  <dcterms:created xsi:type="dcterms:W3CDTF">2006-08-16T00:00:00Z</dcterms:created>
  <dcterms:modified xsi:type="dcterms:W3CDTF">2025-08-31T12:48:15Z</dcterms:modified>
  <dc:identifier>DAGxjd2csiU</dc:identifier>
</cp:coreProperties>
</file>